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Sports Chatbot – Development &amp; Reflection Phase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Rahul Sudam Bedjavalge (4243087)</a:t>
            </a:r>
          </a:p>
          <a:p>
            <a:pPr>
              <a:defRPr sz="1800"/>
            </a:pPr>
            <a:r>
              <a:t>IU International University of Applied Sciences</a:t>
            </a:r>
          </a:p>
          <a:p>
            <a:pPr>
              <a:defRPr sz="1800"/>
            </a:pPr>
            <a:r>
              <a:t>Course: Project: AI Use Case (DLMAIPAIUC01)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A web-based chatbot built with Next.js to answer sports-related queries efficiently.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 Recap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Goal: Build a chatbot to answer sport-related questions like results, scorers, and stadiums.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Phase 2 Focus: Implementation using modern web technologies.</a:t>
            </a:r>
          </a:p>
          <a:p>
            <a:pPr>
              <a:defRPr sz="1800"/>
            </a:pPr>
            <a:r>
              <a:t>Transition: From Python Flask prototype to full Next.js web app for faster, scalable deployment.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Architecture Overview:</a:t>
            </a:r>
          </a:p>
          <a:p>
            <a:pPr>
              <a:defRPr sz="1800"/>
            </a:pPr>
            <a:r>
              <a:t>- User interacts via Chat UI (Next.js)</a:t>
            </a:r>
          </a:p>
          <a:p>
            <a:pPr>
              <a:defRPr sz="1800"/>
            </a:pPr>
            <a:r>
              <a:t>- NLP Logic processes query</a:t>
            </a:r>
          </a:p>
          <a:p>
            <a:pPr>
              <a:defRPr sz="1800"/>
            </a:pPr>
            <a:r>
              <a:t>- Mock sports database stores results</a:t>
            </a:r>
          </a:p>
          <a:p>
            <a:pPr>
              <a:defRPr sz="1800"/>
            </a:pPr>
            <a:r>
              <a:t>- API endpoint returns matching response</a:t>
            </a:r>
          </a:p>
          <a:p>
            <a:pPr>
              <a:defRPr sz="1800"/>
            </a:pPr>
            <a:r>
              <a:t>- Response displayed back to user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Visual Diagram: User → Frontend → API → NLP Logic → Response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Frontend: Next.js + Tailwind CSS</a:t>
            </a:r>
          </a:p>
          <a:p>
            <a:pPr>
              <a:defRPr sz="1800"/>
            </a:pPr>
            <a:r>
              <a:t>Backend: Node.js (API routes)</a:t>
            </a:r>
          </a:p>
          <a:p>
            <a:pPr>
              <a:defRPr sz="1800"/>
            </a:pPr>
            <a:r>
              <a:t>NLP: Simple NLTK / Rule-based intent detection</a:t>
            </a:r>
          </a:p>
          <a:p>
            <a:pPr>
              <a:defRPr sz="1800"/>
            </a:pPr>
            <a:r>
              <a:t>Database: SQLite / JSON dataset</a:t>
            </a:r>
          </a:p>
          <a:p>
            <a:pPr>
              <a:defRPr sz="1800"/>
            </a:pPr>
            <a:r>
              <a:t>Hosting: Vercel (Free Tier)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All frameworks are open-source and easily deployable.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1. Initialized Next.js project and setup structure.</a:t>
            </a:r>
          </a:p>
          <a:p>
            <a:pPr>
              <a:defRPr sz="1800"/>
            </a:pPr>
            <a:r>
              <a:t>2. Created Chat Interface component.</a:t>
            </a:r>
          </a:p>
          <a:p>
            <a:pPr>
              <a:defRPr sz="1800"/>
            </a:pPr>
            <a:r>
              <a:t>3. Implemented backend API routes.</a:t>
            </a:r>
          </a:p>
          <a:p>
            <a:pPr>
              <a:defRPr sz="1800"/>
            </a:pPr>
            <a:r>
              <a:t>4. Added mock data for sports results.</a:t>
            </a:r>
          </a:p>
          <a:p>
            <a:pPr>
              <a:defRPr sz="1800"/>
            </a:pPr>
            <a:r>
              <a:t>5. Integrated NLP logic for intent recognition.</a:t>
            </a:r>
          </a:p>
          <a:p>
            <a:pPr>
              <a:defRPr sz="1800"/>
            </a:pPr>
            <a:r>
              <a:t>6. Deployed live on Vercel.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Pipeline Diagram: Frontend ↔ API ↔ NLP ↔ Database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NLP Model &amp;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10 predefined intents (match result, stadium info, scorer name, etc.)</a:t>
            </a:r>
          </a:p>
          <a:p>
            <a:pPr>
              <a:defRPr sz="1800"/>
            </a:pPr>
            <a:r>
              <a:t>• Text preprocessing with tokenization &amp; lowercase conversion.</a:t>
            </a:r>
          </a:p>
          <a:p>
            <a:pPr>
              <a:defRPr sz="1800"/>
            </a:pPr>
            <a:r>
              <a:t>• Similarity-based answer selection.</a:t>
            </a:r>
          </a:p>
          <a:p>
            <a:pPr>
              <a:defRPr sz="1800"/>
            </a:pPr>
            <a:r>
              <a:t>• Example:</a:t>
            </a:r>
          </a:p>
          <a:p>
            <a:pPr>
              <a:defRPr sz="1800"/>
            </a:pPr>
            <a:r>
              <a:t>User: 'Who scored for Germany?'</a:t>
            </a:r>
          </a:p>
          <a:p>
            <a:pPr>
              <a:defRPr sz="1800"/>
            </a:pPr>
            <a:r>
              <a:t>Response: 'Müller scored 2 goals for Germany at Allianz Arena.'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 Demo (Chat UI)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Clean Chat Interface with:</a:t>
            </a:r>
          </a:p>
          <a:p>
            <a:pPr>
              <a:defRPr sz="1800"/>
            </a:pPr>
            <a:r>
              <a:t>- Message bubbles for user &amp; bot</a:t>
            </a:r>
          </a:p>
          <a:p>
            <a:pPr>
              <a:defRPr sz="1800"/>
            </a:pPr>
            <a:r>
              <a:t>- Scrollable area with conversation history</a:t>
            </a:r>
          </a:p>
          <a:p>
            <a:pPr>
              <a:defRPr sz="1800"/>
            </a:pPr>
            <a:r>
              <a:t>- Responsive layout using Tailwind CSS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Visual Placeholder: Chat window mockup or screenshot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Reflections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Challenges:</a:t>
            </a:r>
          </a:p>
          <a:p>
            <a:pPr>
              <a:defRPr sz="1800"/>
            </a:pPr>
            <a:r>
              <a:t>- Migration from Flask to Next.js for frontend ease.</a:t>
            </a:r>
          </a:p>
          <a:p>
            <a:pPr>
              <a:defRPr sz="1800"/>
            </a:pPr>
            <a:r>
              <a:t>- Maintaining NLP accuracy with small dataset.</a:t>
            </a:r>
          </a:p>
          <a:p>
            <a:pPr>
              <a:defRPr sz="1800"/>
            </a:pPr>
            <a:r>
              <a:t>- Ensuring smooth frontend-backend connection.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Reflections:</a:t>
            </a:r>
          </a:p>
          <a:p>
            <a:pPr>
              <a:defRPr sz="1800"/>
            </a:pPr>
            <a:r>
              <a:t>- Gained strong understanding of Next.js API routes.</a:t>
            </a:r>
          </a:p>
          <a:p>
            <a:pPr>
              <a:defRPr sz="1800"/>
            </a:pPr>
            <a:r>
              <a:t>- Learned modular chatbot design for reuse.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1. Add OpenRouter integration for realistic dialogue.</a:t>
            </a:r>
          </a:p>
          <a:p>
            <a:pPr>
              <a:defRPr sz="1800"/>
            </a:pPr>
            <a:r>
              <a:t>2. Use real-time sports APIs.</a:t>
            </a:r>
          </a:p>
          <a:p>
            <a:pPr>
              <a:defRPr sz="1800"/>
            </a:pPr>
            <a:r>
              <a:t>3. Add user authentication &amp; chat history.</a:t>
            </a:r>
          </a:p>
          <a:p>
            <a:pPr>
              <a:defRPr sz="1800"/>
            </a:pPr>
            <a:r>
              <a:t>4. Multilingual support &amp; voice-based input.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This sets base for a full AI-driven sports assistant.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 &amp;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Next.js – https://nextjs.org</a:t>
            </a:r>
          </a:p>
          <a:p>
            <a:pPr>
              <a:defRPr sz="1800"/>
            </a:pPr>
            <a:r>
              <a:t>• Tailwind CSS – https://tailwindcss.com</a:t>
            </a:r>
          </a:p>
          <a:p>
            <a:pPr>
              <a:defRPr sz="1800"/>
            </a:pPr>
            <a:r>
              <a:t>• NLTK – https://www.nltk.org</a:t>
            </a:r>
          </a:p>
          <a:p>
            <a:pPr>
              <a:defRPr sz="1800"/>
            </a:pPr>
            <a:r>
              <a:t>• SQLite – https://www.sqlite.org</a:t>
            </a:r>
          </a:p>
          <a:p>
            <a:pPr>
              <a:defRPr sz="1800"/>
            </a:pPr>
            <a:r>
              <a:t>• Vercel – https://vercel.com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Created as per IU Portfolio Guidelines (DLMAIPAIUC01).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